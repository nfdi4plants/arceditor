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E50"/>
    <a:srgbClr val="79DACA"/>
    <a:srgbClr val="0C4E43"/>
    <a:srgbClr val="1FC2A7"/>
    <a:srgbClr val="137464"/>
    <a:srgbClr val="0C1318"/>
    <a:srgbClr val="4FB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20" y="6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B971-3044-CFBF-4998-4A071A2EE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7D68A-E4A6-EBE4-A61D-1FD96ADC9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51B32-1E8A-995E-0B7D-FE923CB85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F6A20-3934-DA7B-C615-63D0395B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14BD9-6048-B7AC-AA1B-829086D1E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7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7168-4730-3403-0D28-E60DC842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9A47-FF4E-9965-038D-A34EABE28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3627F-5ECA-A90F-A272-EA411C77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79272-1233-697D-C070-DE54FC5D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C06D5-9500-F769-2C88-BA4885EF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3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A072A-0FCA-677F-44B8-A14AF3EF4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0F074-D52D-8BCC-2F2B-58F00121C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3571D-521B-A69A-842B-48055567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FF579-BE2A-A381-AE5F-25E3A53B0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280F4-4827-0781-DF13-78CB84B31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9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06CE3-ABFB-CE11-A55B-102968080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D144-EED7-43E7-420E-B3BF44C53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09D2D-C04C-1B56-89B4-7C56383AF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73B9E-88F8-B43D-4891-654092F0B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ACD15-C939-B9BD-00D3-CCC2C5691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DA8DF-4293-391D-06B9-2DDCB2F8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19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5052-48D6-D982-164F-B40B29F5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53298-31A9-8272-5318-65F24E0A5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124C3-2D1A-5422-3084-BAAF90C32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09399-8A2D-E09E-2B71-ABC4A8617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16CACC-BFAE-3C92-8644-8CC1A5B6A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E83663-F83A-10A8-ACF6-B5437AF5F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F21E1-0ACC-13CC-6149-51C96B05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3DE640-B0A0-4DEF-E9F8-D3239EDC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00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89A4-669D-D4B2-020D-FB7390B3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8EEE0-5EE1-E613-6480-749B8CD89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59B83-4E3D-4E90-996A-CF51C4CA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8346C-B214-54F1-B8A9-3C72995F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1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DC6E19-B97F-6B43-0B21-3A4D0A3A9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0B622D-958A-99F2-275C-92BF0FFF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05BB0-B471-4A96-BAF7-AC97CB8F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7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24F4-067A-501F-98CB-00F0DFA01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3B95D-084E-937F-A311-94A7A9EF7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B4DCA-A566-FDFD-F5D1-F08BA72FE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69E76-98DA-85CC-86F1-751EC0DF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D3285-62E8-3487-3E51-84812E20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1CE5E-F333-FD2E-1DF3-F9569AD3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52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45FA-8EEB-9A19-F616-87E8953D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7917F-929C-62E3-7796-48B6467B7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8AB0C-EB9A-E527-296E-A5C56E1FB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3ADD4-799E-2A4A-A686-C97AFDF9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85CB3-5AF6-995F-FC57-310E1151A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37A72-2F8E-C0EA-6492-6AFFF393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8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D186-52AF-169F-C2D7-996C4E63E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517A7-1995-1D81-D58B-9B1878859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4FB27-88EF-6CB7-CF3A-6AB8B644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C7748-5129-E053-97EA-72931048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EEA9-D557-88E4-9A77-258D785F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0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DCE920-393D-9333-C1CA-A835F099B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B3578-9A84-92BE-8292-64EFF779B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A82FD-C7FF-7F88-7E00-858ACC99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2C6A7-CCDC-BF8A-DA8F-2788E4B0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F19B-7133-3818-623C-D89FA391E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1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D658E-244A-AFE4-88A5-EE302183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09E0B-6417-FA1C-13F3-0C6710D7C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95C05-7C09-AF29-67B1-62F33310D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41D39-81A9-4ADC-B968-CAB55AEB7B2F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D6D6E-D433-3524-720D-1422356FD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B43CD-10F4-CAFD-5918-AAE7A20AB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366F1-4843-4B2C-8224-D036AFE8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7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C3D3222-AFB3-A7D7-C6D7-2859B2FB49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793316"/>
            <a:ext cx="12192000" cy="327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19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2AD10B-DF98-ACFD-024A-60A45A0A3D08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roundRect">
            <a:avLst>
              <a:gd name="adj" fmla="val 4903"/>
            </a:avLst>
          </a:prstGeom>
          <a:gradFill flip="none" rotWithShape="1">
            <a:gsLst>
              <a:gs pos="78000">
                <a:schemeClr val="bg2">
                  <a:lumMod val="25000"/>
                </a:schemeClr>
              </a:gs>
              <a:gs pos="12000">
                <a:schemeClr val="bg2">
                  <a:lumMod val="90000"/>
                </a:schemeClr>
              </a:gs>
              <a:gs pos="49000">
                <a:schemeClr val="bg2">
                  <a:lumMod val="50000"/>
                </a:schemeClr>
              </a:gs>
            </a:gsLst>
            <a:lin ang="2700000" scaled="1"/>
            <a:tileRect/>
          </a:gradFill>
          <a:ln w="76200">
            <a:gradFill>
              <a:gsLst>
                <a:gs pos="0">
                  <a:srgbClr val="79DACA"/>
                </a:gs>
                <a:gs pos="74000">
                  <a:srgbClr val="137464"/>
                </a:gs>
                <a:gs pos="37000">
                  <a:srgbClr val="1FC2A7"/>
                </a:gs>
                <a:gs pos="100000">
                  <a:srgbClr val="0C4E43"/>
                </a:gs>
              </a:gsLst>
              <a:lin ang="5400000" scaled="1"/>
            </a:gradFill>
          </a:ln>
          <a:effectLst>
            <a:glow>
              <a:srgbClr val="79DACA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21000" dirty="0">
                <a:solidFill>
                  <a:srgbClr val="1FC2A7"/>
                </a:solidFill>
              </a:rPr>
              <a:t>ARC</a:t>
            </a:r>
          </a:p>
        </p:txBody>
      </p:sp>
    </p:spTree>
    <p:extLst>
      <p:ext uri="{BB962C8B-B14F-4D97-AF65-F5344CB8AC3E}">
        <p14:creationId xmlns:p14="http://schemas.microsoft.com/office/powerpoint/2010/main" val="3937608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09E81-3DD9-0591-B264-D4EEC2696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44C8F1-F6C1-D8BA-A96D-5B2F1012797A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roundRect">
            <a:avLst>
              <a:gd name="adj" fmla="val 4903"/>
            </a:avLst>
          </a:prstGeom>
          <a:pattFill prst="lgConfetti">
            <a:fgClr>
              <a:srgbClr val="0C4E43"/>
            </a:fgClr>
            <a:bgClr>
              <a:srgbClr val="2D3E50"/>
            </a:bgClr>
          </a:pattFill>
          <a:ln w="76200">
            <a:noFill/>
          </a:ln>
          <a:effectLst>
            <a:glow>
              <a:srgbClr val="79DACA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CirclePour">
              <a:avLst/>
            </a:prstTxWarp>
          </a:bodyPr>
          <a:lstStyle/>
          <a:p>
            <a:pPr algn="ctr"/>
            <a:r>
              <a:rPr lang="en-US" sz="16600" dirty="0">
                <a:solidFill>
                  <a:srgbClr val="1FC2A7"/>
                </a:solidFill>
                <a:effectLst/>
              </a:rPr>
              <a:t>ARCEDITOR</a:t>
            </a:r>
            <a:endParaRPr lang="en-US" sz="21000" dirty="0">
              <a:solidFill>
                <a:srgbClr val="1FC2A7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4434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541C-6FA8-C131-22BF-641A0F7E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go Tile"/>
          <p:cNvSpPr/>
          <p:nvPr/>
        </p:nvSpPr>
        <p:spPr>
          <a:xfrm>
            <a:off x="3396000" y="729000"/>
            <a:ext cx="5400000" cy="54000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0C4E43"/>
              </a:gs>
              <a:gs pos="45000">
                <a:srgbClr val="1FC2A7"/>
              </a:gs>
              <a:gs pos="100000">
                <a:srgbClr val="79DACA"/>
              </a:gs>
            </a:gsLst>
            <a:lin ang="2700000" scaled="1"/>
            <a:tileRect/>
          </a:gradFill>
          <a:ln w="19050">
            <a:solidFill>
              <a:srgbClr val="0C4E43">
                <a:alpha val="45000"/>
              </a:srgbClr>
            </a:solidFill>
          </a:ln>
          <a:effectLst>
            <a:outerShdw blurRad="190500" dist="63500" dir="5400000" rotWithShape="0">
              <a:srgbClr val="1FC2A7">
                <a:alpha val="55000"/>
              </a:srgbClr>
            </a:outerShdw>
          </a:effectLst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25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F</dc:creator>
  <cp:lastModifiedBy>Kevin F</cp:lastModifiedBy>
  <cp:revision>3</cp:revision>
  <dcterms:created xsi:type="dcterms:W3CDTF">2026-06-10T11:26:45Z</dcterms:created>
  <dcterms:modified xsi:type="dcterms:W3CDTF">2026-07-17T20:14:04Z</dcterms:modified>
</cp:coreProperties>
</file>